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60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Software development life cycle (</a:t>
            </a:r>
            <a:r>
              <a:rPr lang="en-US" dirty="0" err="1"/>
              <a:t>sdlc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Software </a:t>
            </a:r>
            <a:r>
              <a:rPr lang="en-US" dirty="0" err="1"/>
              <a:t>DEVELopMENT</a:t>
            </a:r>
            <a:r>
              <a:rPr lang="en-US" dirty="0"/>
              <a:t> life cycle (</a:t>
            </a:r>
            <a:r>
              <a:rPr lang="en-US" dirty="0" err="1"/>
              <a:t>sdlc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</a:t>
            </a:r>
            <a:r>
              <a:rPr lang="en-ID" dirty="0" err="1"/>
              <a:t>sistematis</a:t>
            </a:r>
            <a:r>
              <a:rPr lang="en-ID" dirty="0"/>
              <a:t> dan </a:t>
            </a:r>
            <a:r>
              <a:rPr lang="en-ID" dirty="0" err="1"/>
              <a:t>terstruktur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oleh </a:t>
            </a:r>
            <a:r>
              <a:rPr lang="en-ID" dirty="0" err="1"/>
              <a:t>tim</a:t>
            </a:r>
            <a:r>
              <a:rPr lang="en-ID" dirty="0"/>
              <a:t> IT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merancang</a:t>
            </a:r>
            <a:r>
              <a:rPr lang="en-ID" dirty="0"/>
              <a:t>, </a:t>
            </a:r>
            <a:r>
              <a:rPr lang="en-ID" dirty="0" err="1"/>
              <a:t>membangun</a:t>
            </a:r>
            <a:r>
              <a:rPr lang="en-ID" dirty="0"/>
              <a:t>, dan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59448"/>
            <a:ext cx="5723586" cy="4739104"/>
          </a:xfrm>
        </p:spPr>
        <p:txBody>
          <a:bodyPr/>
          <a:lstStyle/>
          <a:p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langkah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menentukan</a:t>
            </a:r>
            <a:r>
              <a:rPr lang="en-ID" sz="1600" dirty="0"/>
              <a:t> </a:t>
            </a:r>
            <a:r>
              <a:rPr lang="en-ID" sz="1600" dirty="0" err="1"/>
              <a:t>tujuan</a:t>
            </a:r>
            <a:r>
              <a:rPr lang="en-ID" sz="1600" dirty="0"/>
              <a:t> </a:t>
            </a:r>
            <a:r>
              <a:rPr lang="en-ID" sz="1600" dirty="0" err="1"/>
              <a:t>proyek</a:t>
            </a:r>
            <a:r>
              <a:rPr lang="en-ID" sz="1600" dirty="0"/>
              <a:t>, </a:t>
            </a:r>
            <a:r>
              <a:rPr lang="en-ID" sz="1600" dirty="0" err="1"/>
              <a:t>ruang</a:t>
            </a:r>
            <a:r>
              <a:rPr lang="en-ID" sz="1600" dirty="0"/>
              <a:t> </a:t>
            </a:r>
            <a:r>
              <a:rPr lang="en-ID" sz="1600" dirty="0" err="1"/>
              <a:t>lingkup</a:t>
            </a:r>
            <a:r>
              <a:rPr lang="en-ID" sz="1600" dirty="0"/>
              <a:t>, </a:t>
            </a:r>
            <a:r>
              <a:rPr lang="en-ID" sz="1600" dirty="0" err="1"/>
              <a:t>anggaran</a:t>
            </a:r>
            <a:r>
              <a:rPr lang="en-ID" sz="1600" dirty="0"/>
              <a:t>, dan </a:t>
            </a:r>
            <a:r>
              <a:rPr lang="en-ID" sz="1600" dirty="0" err="1"/>
              <a:t>jadwal</a:t>
            </a:r>
            <a:r>
              <a:rPr lang="en-ID" sz="1600" dirty="0"/>
              <a:t>. </a:t>
            </a:r>
            <a:endParaRPr lang="en-US" sz="16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E263200-0E9B-430F-81E8-E5A663A91B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1490" y="2610677"/>
            <a:ext cx="5259096" cy="3737113"/>
          </a:xfrm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179114-C592-4466-ADD2-BBCC86629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5" y="-109331"/>
            <a:ext cx="5259096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{2E4A968F-9EC7-4241-838B-EE17D1AB59E2}TF8a9b5915-b8c7-461e-8cdd-693d48b5e32371f7b7e2_win32-4bf0b9a2ea37</Template>
  <TotalTime>38</TotalTime>
  <Words>451</Words>
  <Application>Microsoft Office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Software development life cycle (sdlc)</vt:lpstr>
      <vt:lpstr>Software DEVELopMENT life cycle (sdlc)</vt:lpstr>
      <vt:lpstr>adalah langkah awal untuk menentukan tujuan proyek, ruang lingkup, anggaran, dan jadwal. 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</dc:title>
  <dc:subject/>
  <dc:creator>LAB RPL 2 - PC 17</dc:creator>
  <cp:lastModifiedBy>LAB RPL 2 - PC 17</cp:lastModifiedBy>
  <cp:revision>4</cp:revision>
  <dcterms:created xsi:type="dcterms:W3CDTF">2026-07-20T06:21:08Z</dcterms:created>
  <dcterms:modified xsi:type="dcterms:W3CDTF">2026-07-20T06:59:14Z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